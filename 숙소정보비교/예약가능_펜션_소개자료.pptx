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02A43"/>
                </a:solidFill>
                <a:latin typeface="맑은 고딕"/>
              </a:defRPr>
            </a:pPr>
            <a:r>
              <a:rPr sz="1100" b="0" i="0" u="none" strike="noStrike">
                <a:solidFill>
                  <a:srgbClr val="102A43"/>
                </a:solidFill>
                <a:latin typeface="맑은 고딕"/>
              </a:rPr>
              <a:t>숙소별 기본요금 + 인원추가요금 합산 비교 (단위: 만원)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기본요금(만원)</c:v>
                </c:pt>
              </c:strCache>
            </c:strRef>
          </c:tx>
          <c:spPr>
            <a:solidFill>
              <a:srgbClr val="102A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풍경 한옥(특실3호)</c:v>
                  </c:pt>
                  <c:pt idx="1">
                    <c:v>경주노을마루(독채)</c:v>
                  </c:pt>
                  <c:pt idx="2">
                    <c:v>자두(독채)</c:v>
                  </c:pt>
                  <c:pt idx="3">
                    <c:v>아이리움(A타입)</c:v>
                  </c:pt>
                  <c:pt idx="4">
                    <c:v>아이리움(B타입)</c:v>
                  </c:pt>
                  <c:pt idx="5">
                    <c:v>소록스테이(ROOM둘)</c:v>
                  </c:pt>
                  <c:pt idx="6">
                    <c:v>아크홈(독채)</c:v>
                  </c:pt>
                  <c:pt idx="7">
                    <c:v>꿈꾸던하루(독채)</c:v>
                  </c:pt>
                  <c:pt idx="8">
                    <c:v>스위트발리(독채)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27.9</c:v>
                </c:pt>
                <c:pt idx="1">
                  <c:v>28</c:v>
                </c:pt>
                <c:pt idx="2">
                  <c:v>34</c:v>
                </c:pt>
                <c:pt idx="3">
                  <c:v>35.91</c:v>
                </c:pt>
                <c:pt idx="4">
                  <c:v>37.71</c:v>
                </c:pt>
                <c:pt idx="5">
                  <c:v>32</c:v>
                </c:pt>
                <c:pt idx="6">
                  <c:v>38</c:v>
                </c:pt>
                <c:pt idx="7">
                  <c:v>45</c:v>
                </c:pt>
                <c:pt idx="8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인원추가요금(만원)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풍경 한옥(특실3호)</c:v>
                  </c:pt>
                  <c:pt idx="1">
                    <c:v>경주노을마루(독채)</c:v>
                  </c:pt>
                  <c:pt idx="2">
                    <c:v>자두(독채)</c:v>
                  </c:pt>
                  <c:pt idx="3">
                    <c:v>아이리움(A타입)</c:v>
                  </c:pt>
                  <c:pt idx="4">
                    <c:v>아이리움(B타입)</c:v>
                  </c:pt>
                  <c:pt idx="5">
                    <c:v>소록스테이(ROOM둘)</c:v>
                  </c:pt>
                  <c:pt idx="6">
                    <c:v>아크홈(독채)</c:v>
                  </c:pt>
                  <c:pt idx="7">
                    <c:v>꿈꾸던하루(독채)</c:v>
                  </c:pt>
                  <c:pt idx="8">
                    <c:v>스위트발리(독채)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12</c:v>
                </c:pt>
                <c:pt idx="6">
                  <c:v>6</c:v>
                </c:pt>
                <c:pt idx="7">
                  <c:v>8</c:v>
                </c:pt>
                <c:pt idx="8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80" b="0" i="0" u="none" strike="noStrike">
                <a:solidFill>
                  <a:srgbClr val="102A43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27D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슬라이드입니다. 경주, 밀양, 청도 지역의 현재 예약 가능한 8개 펜션(9개 객실 타입)에 대해 요금, 부대시설, 객실구조, 주변 관광지를 종합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8개 후보 숙소의 핵심 요약 슬라이드입니다. 최저가는 청도 풍경 한옥&amp;풀스테이(31.9만원), 최고가는 경주 스위트발리풀빌라(60만원)이며, 키즈 특화는 밀양 아이리움 바이 비클래시입니다.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숙소별 기본요금과 인원추가요금을 합산한 최종가격 비교 차트입니다.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소록스테이 ROOM둘 객실입니다. 48평의 넓은 단층 공간과 무료로 이용 가능한 1.5m 대형 실내 자쿠지가 큰 장점입니다.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스위트발리풀빌라 독채입니다. 보문단지 10분 거리에 위치하며 침실 2개 각각에 킹베드와 전용 욕실이 있어 프라이버시가 매우 뛰어납니다.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아이리움 바이 비클래시 A타입과 B타입 비교입니다.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청도 풍경 한옥&amp;풀스테이 한옥특실3호입니다.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밀양 아크홈 독채입니다.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경주 꿈꾸던 하루 풀빌라입니다.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경주의 30만원대 실속 독채 두 곳인 '자두'(39만원)와 '경주노을마루'(36만원) 비교입니다.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9개 예약 가능 객실을 한눈에 비교한 종합 매트릭스 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결론 및 의사결정 가이드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731520"/>
            <a:ext cx="2926080" cy="2926080"/>
          </a:xfrm>
          <a:prstGeom prst="ellipse">
            <a:avLst/>
          </a:prstGeom>
          <a:solidFill>
            <a:srgbClr val="1B365D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1097280"/>
            <a:ext cx="1828800" cy="18288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68580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6858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ACCOMMODATION GUIDE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가능 펜션 · 풀빌라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후보지 상세 비교 및 소개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633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C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경주 · 밀양 · 청도 권역 8개 후보 숙소(9개 객실 타입) 요금 · 부대시설 · 객실구조 정밀 분석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2523744" cy="1325880"/>
          </a:xfrm>
          <a:prstGeom prst="roundRect">
            <a:avLst>
              <a:gd name="adj" fmla="val 5517"/>
            </a:avLst>
          </a:prstGeom>
          <a:solidFill>
            <a:srgbClr val="1B365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345643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97864" y="34381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숙소 (9개 객실)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" y="39136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경주 5곳 · 밀양 2곳 · 청도 1곳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독채 풀빌라 · 한옥 · 감성스테이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9272" y="3291840"/>
            <a:ext cx="2523744" cy="1325880"/>
          </a:xfrm>
          <a:prstGeom prst="roundRect">
            <a:avLst>
              <a:gd name="adj" fmla="val 5517"/>
            </a:avLst>
          </a:prstGeom>
          <a:solidFill>
            <a:srgbClr val="1B365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83864" y="345643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483864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22776" y="34381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31.9만 ~ 60만원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83864" y="39136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기본요금 + 인원추가 합산 기준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최종가격 약 43.7만원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44184" y="3291840"/>
            <a:ext cx="2523744" cy="1325880"/>
          </a:xfrm>
          <a:prstGeom prst="roundRect">
            <a:avLst>
              <a:gd name="adj" fmla="val 5517"/>
            </a:avLst>
          </a:prstGeom>
          <a:solidFill>
            <a:srgbClr val="1B365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3456432"/>
            <a:ext cx="347472" cy="34747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6208776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47688" y="34381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핵심 비교축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08776" y="39136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최종예산 · 물놀이/키즈시설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침실/화장실 구조 · 관광지 접근성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12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256032"/>
            <a:ext cx="7754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보는 후보지 핵심 요약 (Executive Summary)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32688" y="59436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규모, 물놀이/키즈 특화 여부, 권역별 특성에 따른 8개 후보 숙소 핵심 포지셔닝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060704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50976" y="10424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31.9만원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85216" y="146304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가성비 · 단체 한옥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5216" y="1737360"/>
            <a:ext cx="1719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풍경 한옥&amp;풀스테이 (청도)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27.9만 + 추가 4만 (최대 10인)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2560320" y="932688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88336" y="1060704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2688336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54096" y="10424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41.9만~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688336" y="146304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정통 키즈풀빌라 (실내풀)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88336" y="1737360"/>
            <a:ext cx="1719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아이리움 바이 비클래시 A/B (밀양)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실내온수풀 · 정글짐 · 무료조식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663440" y="932688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106070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791456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혜택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57216" y="10424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44.0만원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791456" y="146304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자쿠지 &amp; 반값여행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91456" y="1737360"/>
            <a:ext cx="1719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소록스테이(경주) / 아크홈(밀양)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아크홈은 밀양반값여행 50% 환급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6766560" y="932688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94576" y="1060704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894576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260336" y="10424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36~60만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894576" y="146304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경주 프라이빗 독채 4선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94576" y="1737360"/>
            <a:ext cx="1719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노을마루(36만) · 자두(39만, 욕실2)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꿈꾸던하루(53만) · 스위트발리(60만)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457200" y="2578608"/>
            <a:ext cx="4434840" cy="2139696"/>
          </a:xfrm>
          <a:prstGeom prst="roundRect">
            <a:avLst>
              <a:gd name="adj" fmla="val 3419"/>
            </a:avLst>
          </a:prstGeom>
          <a:solidFill>
            <a:srgbClr val="E0E7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" y="2688336"/>
            <a:ext cx="329184" cy="32918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" y="2688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경주 권역 (5개 숙소) — 관광 접근성 &amp; 감성 독채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" y="3035808"/>
            <a:ext cx="4160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8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소록스테이 (44만): 외동읍(불국사 5분), 48평 통창 논뷰, 1.5m 실내 자쿠지 무료</a:t>
            </a:r>
            <a:endParaRPr lang="en-US" sz="88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8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스위트발리풀빌라 (60만): 천북면(보문 10분), 30평 발리풍 독채, 킹침대 2·욕실 2</a:t>
            </a:r>
            <a:endParaRPr lang="en-US" sz="88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8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꿈꾸던 하루 풀빌라 (53만): 외동읍, 24시간 실내온수풀(5만), 그릴·샌드위치 조식 무료</a:t>
            </a:r>
            <a:endParaRPr lang="en-US" sz="88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8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자두 (39만): 하동(불국사 5분), 30평 독채, 침실 2·침대 3·욕실 2, 미니풀(7만)</a:t>
            </a:r>
            <a:endParaRPr lang="en-US" sz="88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8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경주노을마루 (36만): 율동(황리단길 10분), 2026 신축급 독채, 노을뷰 잔디정원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029200" y="2578608"/>
            <a:ext cx="3657600" cy="1298448"/>
          </a:xfrm>
          <a:prstGeom prst="roundRect">
            <a:avLst>
              <a:gd name="adj" fmla="val 5634"/>
            </a:avLst>
          </a:prstGeom>
          <a:solidFill>
            <a:srgbClr val="E6FF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175504" y="2670048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17550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밀양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59552" y="2670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밀양 권역 (2곳 / 3타입) — 키즈 &amp; 액티비티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75504" y="2999232"/>
            <a:ext cx="3401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아이리움 A타입 (41.9만): 40평 복층, 1층 침대 3개 집중 배치, 2층 전체 정글짐</a:t>
            </a:r>
            <a:endParaRPr lang="en-US" sz="85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아이리움 B타입 (43.7만): 45평 복층, 1층 정글짐(거실 케어 최적), 1·2층 침실 분리</a:t>
            </a:r>
            <a:endParaRPr lang="en-US" sz="85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아크홈 (44만): 산내면(얼음골 10분), 30평 독채, 실내자쿠지 무료·반값여행 환급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0" y="3968496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FEF9C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175504" y="4059936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517550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청도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59552" y="40599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청도 권역 (1곳) — 호수뷰 힐링 &amp; 가성비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175504" y="433425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풍경 한옥&amp;풀스테이 (31.9만): 성곡지 호수뷰 테라스, 트램펄린 놀이방·공용노래방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256032"/>
            <a:ext cx="7754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숙소별 요금 구조 비교 분석 (기본요금 + 인원추가요금)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32688" y="59436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숙박 결제 금액 기준 비교 및 현장 추가 옵션(수영장 미온수 · 바비큐 그릴) 비용 체크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566928" y="1024128"/>
          <a:ext cx="50292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870448" y="932688"/>
            <a:ext cx="2816352" cy="896112"/>
          </a:xfrm>
          <a:prstGeom prst="roundRect">
            <a:avLst>
              <a:gd name="adj" fmla="val 8163"/>
            </a:avLst>
          </a:prstGeom>
          <a:solidFill>
            <a:srgbClr val="E6FF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0176" y="10058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5980176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30만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327648" y="10058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30만원대 가성비 · 실속형 (3곳)</a:t>
            </a:r>
            <a:endParaRPr lang="en-US" sz="980" dirty="0"/>
          </a:p>
        </p:txBody>
      </p:sp>
      <p:sp>
        <p:nvSpPr>
          <p:cNvPr id="12" name="Text 9"/>
          <p:cNvSpPr/>
          <p:nvPr/>
        </p:nvSpPr>
        <p:spPr>
          <a:xfrm>
            <a:off x="5998464" y="1316736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풍경 한옥(31.9만): 호수뷰·놀이방·노래방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경주노을마루(36.0만): 황리단길 10분 신축독채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자두(39.0만): 침대3·욕실2, 불국사 5분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5870448" y="1892808"/>
            <a:ext cx="2816352" cy="896112"/>
          </a:xfrm>
          <a:prstGeom prst="roundRect">
            <a:avLst>
              <a:gd name="adj" fmla="val 8163"/>
            </a:avLst>
          </a:prstGeom>
          <a:solidFill>
            <a:srgbClr val="E0E7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80176" y="1965960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2"/>
          <p:cNvSpPr/>
          <p:nvPr/>
        </p:nvSpPr>
        <p:spPr>
          <a:xfrm>
            <a:off x="5980176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40만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327648" y="19659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40만원대 주력 밸런스형 (4개 객실)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5998464" y="2276856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아이리움 A(41.9만)/B(43.7만): 10%할인 적용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소록스테이(44.0만): 48평 + 실내자쿠지 무료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아크홈(44.0만): 자쿠지 무료 + 반값여행 환급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5870448" y="2852928"/>
            <a:ext cx="2816352" cy="896112"/>
          </a:xfrm>
          <a:prstGeom prst="roundRect">
            <a:avLst>
              <a:gd name="adj" fmla="val 8163"/>
            </a:avLst>
          </a:prstGeom>
          <a:solidFill>
            <a:srgbClr val="FEF9C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80176" y="292608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5980176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50만+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327648" y="29260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50~60만원대 프리미엄 풀빌라 (2곳)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5998464" y="3236976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꿈꾸던 하루(53.0만): 그릴·샌드위치 조식 무료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스위트발리(60.0만): 발리풍 독채, 킹2·욕실2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5870448" y="3813048"/>
            <a:ext cx="2816352" cy="896112"/>
          </a:xfrm>
          <a:prstGeom prst="roundRect">
            <a:avLst>
              <a:gd name="adj" fmla="val 8163"/>
            </a:avLst>
          </a:prstGeom>
          <a:solidFill>
            <a:srgbClr val="FFE4E6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80176" y="3886200"/>
            <a:ext cx="274320" cy="2743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Text 22"/>
          <p:cNvSpPr/>
          <p:nvPr/>
        </p:nvSpPr>
        <p:spPr>
          <a:xfrm>
            <a:off x="5980176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327648" y="388620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결제 부대비용 체크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5998464" y="4197096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미온수: 무료(소록·아크홈 자쿠지) / 5~7만(풀)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바비큐: 무료(꿈꾸던하루) / 2~3만(타 숙소)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256032"/>
            <a:ext cx="7754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1. 소록스테이 (경주 외동읍) — ROOM둘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32688" y="59436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48평 압도적 개방감의 논뷰 통창 스테이 &amp; 사계절 무료 대형 실내 자쿠지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2834640" cy="3794760"/>
          </a:xfrm>
          <a:prstGeom prst="roundRect">
            <a:avLst>
              <a:gd name="adj" fmla="val 2581"/>
            </a:avLst>
          </a:prstGeom>
          <a:solidFill>
            <a:srgbClr val="102A4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078992"/>
            <a:ext cx="2505456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7899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경주 외동읍  |  예약객실: ROOM둘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46304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CCC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예약 금액 (기본 + 인원추가)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64592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440,000원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" y="21031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32만원 + 인원추가 12만원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2414016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6888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숙소 면적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265176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48평 (단층)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단독 사용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901952" y="2414016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1938528" y="246888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 / 구조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38528" y="265176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거실 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홈카페형 주방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1792" y="3218688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27355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침실 구성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8368" y="345643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침실 2개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퀸침대2 + 침구1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901952" y="3218688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1938528" y="327355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38528" y="345643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1개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+대형 자쿠지룸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66928" y="4096512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2인 / 최대 8인 (입실 15:00 / 퇴실 11:00)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추가인원: 1인 3만원 (유아 2만원, 24개월 이하 무료)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474720" y="93268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84448" y="102412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584448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13632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수영장 · 물놀이 시설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133502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야외 수영장(15m)은 하절기(6~9월)만 운영(현재 미운영)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내 1.5m 대형 실내 타일 자쿠지 사계절 무료!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144768" y="93268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1024128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0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키즈놀이 · 장난감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72784" y="133502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키즈 장난감·놀이터는 없으나,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대형 온수 자쿠지가 있어 유아 물놀이에 적합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3474720" y="19842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84448" y="207568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3584448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BBQ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13632" y="2075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바베큐 시설 및 요금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02736" y="238658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 영향 없는 객실 내 실내 개별 바비큐장 완비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원적외선 전기그릴 대여: 20,000원 (현장결제)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6144768" y="19842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54496" y="2075688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83680" y="2075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부대시설 · 서비스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72784" y="238658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자쿠지 온수 무제한 무료(입욕제 사용 가능),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70인치 TV, LG 시네빔 프로젝터, 핸드드립 커피 세트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3474720" y="3054096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E0E7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02736" y="3182112"/>
            <a:ext cx="347472" cy="34747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7" name="Text 45"/>
          <p:cNvSpPr/>
          <p:nvPr/>
        </p:nvSpPr>
        <p:spPr>
          <a:xfrm>
            <a:off x="3602736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41648" y="3108960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주소 및 근교 주요 관광지  (경북 경주시 외동읍 신계길 82)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041648" y="336499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불국사(차량 5분) · 보문관광단지/경주월드(15~20분) · 석굴암(20분) · 황리단길/대릉원(20~25분)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3474720" y="3895344"/>
            <a:ext cx="5212080" cy="832104"/>
          </a:xfrm>
          <a:prstGeom prst="roundRect">
            <a:avLst>
              <a:gd name="adj" fmla="val 8791"/>
            </a:avLst>
          </a:prstGeom>
          <a:solidFill>
            <a:srgbClr val="FEF9C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02736" y="4041648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3602736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41648" y="3950208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포인트 및 예약 시 유의사항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4041648" y="4169664"/>
            <a:ext cx="4535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장점: 후보지 중 최대 평수(48평)의 탁 트인 거실과 무료 대형 실내 자쿠지, 불국사 5분 거리, 실내 쾌적 바비큐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유의사항: 야외 수영장 미운영 시즌이며, 48평 다인원 객실임에도 화장실이 1개인 점 고려 필요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256032"/>
            <a:ext cx="7754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2. 스위트발리풀빌라 (경주 천북면) — 독채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32688" y="59436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오직 1팀만 사용하는 이국적 발리풍 독채 &amp; 킹침대 2개 · 전용 욕실 2개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2834640" cy="3794760"/>
          </a:xfrm>
          <a:prstGeom prst="roundRect">
            <a:avLst>
              <a:gd name="adj" fmla="val 2581"/>
            </a:avLst>
          </a:prstGeom>
          <a:solidFill>
            <a:srgbClr val="102A4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078992"/>
            <a:ext cx="2505456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7899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경주 천북면  |  예약객실: 독채 (단독)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46304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CCC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예약 금액 (기본 + 인원추가)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64592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600,000원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" y="21031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48만원 + 인원추가 12만원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2414016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6888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숙소 면적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265176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30평 (단층)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+전용 야외마당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901952" y="2414016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1938528" y="246888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 / 구조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38528" y="265176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거실 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 다이닝룸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1792" y="3218688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27355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침실 구성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8368" y="345643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 침실 2개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킹침대 각 1개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901952" y="3218688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1938528" y="327355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38528" y="345643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2개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방 전용욕실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66928" y="4096512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2인 / 최대 6인 (입실 15:00 / 퇴실 11:00)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추가인원: 1인 3만원 (12개월 미만 영아 무료)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474720" y="93268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84448" y="102412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584448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13632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수영장 · 물놀이 시설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133502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대나무 담장·야자수 조경의 발리풍 야외 단독 수영장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동절기(10월 중순 ~ 4월)에는 안전상 야외풀 미운영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144768" y="93268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1024128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0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키즈놀이 · 장난감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72784" y="133502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키즈 장난감은 없으나,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1팀만 쓰는 단독 마당·데크에서 프라이빗 활동 가능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3474720" y="19842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84448" y="207568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3584448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BBQ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13632" y="2075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바베큐 시설 및 요금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02736" y="238658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야외 데크 및 우천 시 이용 가능한 처마 바비큐 공간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고급 전기 바비큐 그릴: 30,000원 (현장결제)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6144768" y="19842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54496" y="2075688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83680" y="2075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부대시설 · 서비스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72784" y="238658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Room A 욕실 내 2인용 대형 제트스파 구비,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웰컴 계절과일 트레이·음료·일리 캡슐커피, 제빙기·와인셀러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3474720" y="3054096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E0E7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02736" y="3182112"/>
            <a:ext cx="347472" cy="34747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7" name="Text 45"/>
          <p:cNvSpPr/>
          <p:nvPr/>
        </p:nvSpPr>
        <p:spPr>
          <a:xfrm>
            <a:off x="3602736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41648" y="3108960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주소 및 근교 주요 관광지  (경북 경주시 천북면 목실길 45-3)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041648" y="336499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보문관광단지·경주월드·동궁원·루지월드(차량 8~10분) · 황리단길·동궁과월지(15~20분) · 불국사(20분)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3474720" y="3895344"/>
            <a:ext cx="5212080" cy="832104"/>
          </a:xfrm>
          <a:prstGeom prst="roundRect">
            <a:avLst>
              <a:gd name="adj" fmla="val 8791"/>
            </a:avLst>
          </a:prstGeom>
          <a:solidFill>
            <a:srgbClr val="FEF9C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02736" y="4041648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3602736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41648" y="3950208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포인트 및 예약 시 유의사항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4041648" y="4169664"/>
            <a:ext cx="4535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장점: 완벽한 프라이버시(하루 1팀 독채), 침실 2개 모두 킹사이즈 침대 + 각 방 전용 욕실(총 2개)로 2가족 동반 시 최적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유의사항: 후보 중 가장 높은 가격대(60만원)이며, 동절기 야외 수영장 미운영으로 실내 제트스파 위주 이용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256032"/>
            <a:ext cx="7754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3. 아이리움 바이 비클래시 (밀양) — A타입 vs B타입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32688" y="59436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사계절 실내 개별 온수풀 + 대형 정글짐 + 무료 조식·키즈용품이 완비된 정통 키즈풀빌라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3977640" cy="2359152"/>
          </a:xfrm>
          <a:prstGeom prst="roundRect">
            <a:avLst>
              <a:gd name="adj" fmla="val 3101"/>
            </a:avLst>
          </a:prstGeom>
          <a:solidFill>
            <a:srgbClr val="F4F7FB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078992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78992" y="1060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A타입 (40평 복층 독채) — 419,100원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78992" y="13075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359,100원(39.9만×10%할인) + 인원추가 60,000원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1591056"/>
            <a:ext cx="3657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en-US" sz="92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구조: 40평 복층 / 거실 O / 침실 1(1층 집중) / 화장실 1</a:t>
            </a:r>
            <a:endParaRPr lang="en-US" sz="92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en-US" sz="92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구성: 침실(패밀리베드 1 + 퀸베드 2), 거실, 주방, 실내수영장</a:t>
            </a:r>
            <a:endParaRPr lang="en-US" sz="92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en-US" sz="92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구성: 2층 전체가 독립된 대형 키즈 놀이터 (정글짐·역할놀이)</a:t>
            </a:r>
            <a:endParaRPr lang="en-US" sz="92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en-US" sz="92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대상: 침대 3개가 모두 1층에 모여 있어 밤에 아이들이 계단을 오르내릴 일 없이 안전하게 다 같이 자고 싶은 가족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709160" y="932688"/>
            <a:ext cx="3977640" cy="2359152"/>
          </a:xfrm>
          <a:prstGeom prst="roundRect">
            <a:avLst>
              <a:gd name="adj" fmla="val 3101"/>
            </a:avLst>
          </a:prstGeom>
          <a:solidFill>
            <a:srgbClr val="F4F7F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73752" y="10789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30952" y="1060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B타입 (45평 복층 독채) — 437,100원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30952" y="13075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377,100원(41.9만×10%할인) + 인원추가 60,000원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73752" y="1591056"/>
            <a:ext cx="3657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en-US" sz="92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구조: 45평 복층(5평 더 넓음) / 거실 O / 침실 2(분리) / 화장실 1</a:t>
            </a:r>
            <a:endParaRPr lang="en-US" sz="92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en-US" sz="92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구성: 오픈형 침실(패밀리베드 1), 키즈 놀이터, 거실, 주방, 수영장</a:t>
            </a:r>
            <a:endParaRPr lang="en-US" sz="92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en-US" sz="92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구성: 통창 숲뷰/하늘뷰 독립 침실 (패밀리베드 1개 추가 구비)</a:t>
            </a:r>
            <a:endParaRPr lang="en-US" sz="92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en-US" sz="92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대상: 1층 거실·주방에서 아이들 노는 모습을 한눈에 케어하고 싶거나, 1층과 2층으로 잠자리를 분리하고 싶은 가족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57200" y="3419856"/>
            <a:ext cx="2633472" cy="1280160"/>
          </a:xfrm>
          <a:prstGeom prst="roundRect">
            <a:avLst>
              <a:gd name="adj" fmla="val 5714"/>
            </a:avLst>
          </a:prstGeom>
          <a:solidFill>
            <a:srgbClr val="E6FF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" y="3547872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물놀이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69264" y="3547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사계절 실내 개별 풀 &amp; 바비큐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" y="3895344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실내 수영장(2.5×5m, 수심 90cm)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냉수 3만원 / 미온수(32~34℃) 7만원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실내 개별 전기그릴 바비큐: 2만원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255264" y="3419856"/>
            <a:ext cx="2633472" cy="1280160"/>
          </a:xfrm>
          <a:prstGeom prst="roundRect">
            <a:avLst>
              <a:gd name="adj" fmla="val 5714"/>
            </a:avLst>
          </a:prstGeom>
          <a:solidFill>
            <a:srgbClr val="FEF9C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547872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올인원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67328" y="3547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조식 &amp; 완벽한 육아용품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01568" y="3895344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무료 조식 딜리버리(빵·시리얼·우유·계란)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젖병소독기, 세탁건조기, 음식물처리기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유아 식기·의자, 키즈 전용 워시 완비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053328" y="3419856"/>
            <a:ext cx="2633472" cy="1280160"/>
          </a:xfrm>
          <a:prstGeom prst="roundRect">
            <a:avLst>
              <a:gd name="adj" fmla="val 5714"/>
            </a:avLst>
          </a:prstGeom>
          <a:solidFill>
            <a:srgbClr val="E0E7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1344" y="3547872"/>
            <a:ext cx="329184" cy="32918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0" name="Text 28"/>
          <p:cNvSpPr/>
          <p:nvPr/>
        </p:nvSpPr>
        <p:spPr>
          <a:xfrm>
            <a:off x="6181344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65392" y="3547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밀양 초동면 꽃새미마을 입지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9632" y="3895344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주소: 경남 밀양시 초동면 방동안길 41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참샘허브나라 도보 5분(차량 1분) 거리!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밀양아리랑대공원·트윈터널 차량 20분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256032"/>
            <a:ext cx="7754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4. 풍경 한옥&amp;풀스테이 (청도) — 한옥특실3호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32688" y="59436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성곡저수지 수변 호수뷰 개별 테라스 &amp; 트램펄린 실내놀이방·노래방을 갖춘 가성비 1위 숙소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2834640" cy="3794760"/>
          </a:xfrm>
          <a:prstGeom prst="roundRect">
            <a:avLst>
              <a:gd name="adj" fmla="val 2581"/>
            </a:avLst>
          </a:prstGeom>
          <a:solidFill>
            <a:srgbClr val="102A4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078992"/>
            <a:ext cx="2505456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7899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청도 풍각면  |  예약객실: 한옥특실3호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46304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CCC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예약 금액 (기본 + 인원추가)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64592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319,000원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" y="21031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27.9만원 + 인원추가 4만원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2414016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6888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숙소 면적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265176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28평 (단층)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전통한옥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901952" y="2414016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1938528" y="246888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 / 구조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38528" y="265176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거실 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+개별 테라스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1792" y="3218688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27355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침실 구성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8368" y="345643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 + 독립방 1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다인원 온돌침구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901952" y="3218688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1938528" y="327355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38528" y="345643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1개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 욕실 구비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66928" y="4096512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4인 / 최대 10인 (입실 15:00 / 퇴실 11:00)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추가인원: 성인 3만, 아동 2만, 유아(12개월 이하) 1만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474720" y="93268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84448" y="102412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584448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13632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수영장 · 물놀이 시설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133502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한옥특실3호 객실 내에는 개별 수영장 없음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호수뷰 야외 공용 대형 수영장은 하절기(5~9월) 운영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144768" y="93268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1024128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0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키즈놀이 · 장난감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72784" y="133502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단지 내 대형 공용 실내 키즈 놀이방 무료 운영!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(대형 트램펄린 방방이, 오락실 게임기, 탁구대, 민속놀이)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3474720" y="19842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84448" y="207568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3584448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BBQ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13632" y="2075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바베큐 시설 및 요금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02736" y="238658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성곡저수지 호수 전망의 전용 개별 테라스 바비큐장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전기그릴 20,000원 / 참숯+그릴 30,000원 선택 가능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6144768" y="19842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54496" y="2075688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83680" y="2075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부대시설 · 서비스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72784" y="238658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투숙객용 공용 노래방 구비, 단지 내 카페 및 매점,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숙소 바로 앞 성곡저수지 수변 데크 및 둘레길 산책로 연결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3474720" y="3054096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E0E7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02736" y="3182112"/>
            <a:ext cx="347472" cy="34747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7" name="Text 45"/>
          <p:cNvSpPr/>
          <p:nvPr/>
        </p:nvSpPr>
        <p:spPr>
          <a:xfrm>
            <a:off x="3602736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41648" y="3108960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주소 및 근교 주요 관광지  (경북 청도군 풍각면 봉수길 263-1)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041648" y="336499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성곡저수지 둘레길(도보 1분) · 성곡댐(차량 5분) · 청도읍성/레일바이크(20분) · 프로방스/와인터널/루지(25~30분)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3474720" y="3895344"/>
            <a:ext cx="5212080" cy="832104"/>
          </a:xfrm>
          <a:prstGeom prst="roundRect">
            <a:avLst>
              <a:gd name="adj" fmla="val 8791"/>
            </a:avLst>
          </a:prstGeom>
          <a:solidFill>
            <a:srgbClr val="FEF9C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02736" y="4041648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3602736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41648" y="3950208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포인트 및 예약 시 유의사항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4041648" y="4169664"/>
            <a:ext cx="4535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장점: 전체 후보 중 가장 저렴한 최종가격(31.9만원), 기준 4인·최대 10인의 넉넉한 한옥 공간, 호수뷰 힐링 &amp; 놀이방·노래방 완비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유의사항: 한옥특실 내에는 개별 온수풀이 없으므로 물놀이보다는 호수 산책·바비큐·실내놀이방 중심 여행에 적합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256032"/>
            <a:ext cx="7754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5. 아크홈 (밀양 산내면) — 아크홈 독채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32688" y="59436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유럽풍 아치창 마운틴뷰 독채 &amp; 무료 실내 자쿠지 · 모래놀이장 + 밀양반값여행 환급 혜택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2834640" cy="3794760"/>
          </a:xfrm>
          <a:prstGeom prst="roundRect">
            <a:avLst>
              <a:gd name="adj" fmla="val 2581"/>
            </a:avLst>
          </a:prstGeom>
          <a:solidFill>
            <a:srgbClr val="102A4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078992"/>
            <a:ext cx="2505456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7899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밀양 산내면  |  예약객실: 아크홈 독채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46304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CCC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예약 금액 (기본 + 인원추가)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64592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440,000원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" y="21031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38만원 + 인원추가 6만원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2414016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6888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숙소 면적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265176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30평 (97㎡)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단층 단독독채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901952" y="2414016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1938528" y="246888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 / 구조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38528" y="265176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거실 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아일랜드 주방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1792" y="3218688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27355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침실 구성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8368" y="345643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침실 2개 (퀸 2)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5인이상 토퍼추가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901952" y="3218688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1938528" y="327355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38528" y="345643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1개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+실내 자쿠지룸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66928" y="4096512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2인(4인 침대 세팅) / 최대 8인 (15:00 / 11:00)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추가인원: 1인 2만원 (48개월 미만 유아 1인 무료!)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474720" y="93268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84448" y="102412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584448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13632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수영장 · 물놀이 시설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133502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프라이빗 야외 풀장 (미온수 5~7만 / 냉수 2.5~3만)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감성 실내 자쿠지 사계절 무료 이용 가능!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144768" y="93268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1024128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0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키즈놀이 · 장난감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72784" y="133502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야외 모래놀이장(모래놀이 세트 무료), 보드게임 구비,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 장난감 대여(1만원), 키즈 스윔용품 대여(5천원)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3474720" y="19842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84448" y="207568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3584448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BBQ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13632" y="2075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바베큐 시설 및 요금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02736" y="238658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마운틴뷰 프라이빗 야외 개별 바비큐장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바비큐 이용료: 20,000원 / 야외 불멍존 별도 운영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6144768" y="19842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54496" y="2075688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83680" y="2075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부대시설 · 서비스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72784" y="238658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자쿠지 무료, LG 스탠바이미, 제네바 스피커,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식기세척기, 코웨이 정수기, 네스프레소 커피, 유아식기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3474720" y="3054096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E0E7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02736" y="3182112"/>
            <a:ext cx="347472" cy="34747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7" name="Text 45"/>
          <p:cNvSpPr/>
          <p:nvPr/>
        </p:nvSpPr>
        <p:spPr>
          <a:xfrm>
            <a:off x="3602736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41648" y="3108960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주소 및 근교 주요 관광지  (경남 밀양시 산내면 가인3길 51)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041648" y="336499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밀양얼음골·얼음골케이블카(차량 10~15분) · 호박소(15분) · 표충사(20분) · 트윈터널(25분)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3474720" y="3895344"/>
            <a:ext cx="5212080" cy="832104"/>
          </a:xfrm>
          <a:prstGeom prst="roundRect">
            <a:avLst>
              <a:gd name="adj" fmla="val 8791"/>
            </a:avLst>
          </a:prstGeom>
          <a:solidFill>
            <a:srgbClr val="FEF9C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02736" y="4041648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3602736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41648" y="3950208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포인트 및 예약 시 유의사항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4041648" y="4169664"/>
            <a:ext cx="4535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밀양반값여행: 사전 신청 + 모바일 밀양사랑상품권(제로페이) 결제 + 지정 관광지 2곳 인증 시 50% 환급 가능!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주의: 밀양 인접 지자체(김해·창원·양산·창녕·청도·울산) 거주자는 지원 제외 (거주지 요건 및 제로페이 가맹 사전 확인 필수)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256032"/>
            <a:ext cx="7754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6. 꿈꾸던 하루 풀빌라 (경주 외동읍) — 독채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32688" y="59436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실내 단독 온수 수영장 + 전기그릴 무료 + 수제 샌드위치 브런치 조식 무료 제공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2834640" cy="3794760"/>
          </a:xfrm>
          <a:prstGeom prst="roundRect">
            <a:avLst>
              <a:gd name="adj" fmla="val 2581"/>
            </a:avLst>
          </a:prstGeom>
          <a:solidFill>
            <a:srgbClr val="102A4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078992"/>
            <a:ext cx="2505456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7899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경주 외동읍  |  예약객실: 독채 (A/B동)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46304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CCC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예약 금액 (기본 + 인원추가)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64592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530,000원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" y="21031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45만원 + 인원추가 8만원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2414016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6888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숙소 면적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265176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35평 (단층)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+전용 잔디마당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901952" y="2414016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1938528" y="246888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 / 구조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38528" y="265176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거실 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다이닝 주방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1792" y="3218688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27355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침실 구성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8368" y="345643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침실 2개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 + 방 2개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901952" y="3218688"/>
            <a:ext cx="1225296" cy="713232"/>
          </a:xfrm>
          <a:prstGeom prst="roundRect">
            <a:avLst>
              <a:gd name="adj" fmla="val 7692"/>
            </a:avLst>
          </a:prstGeom>
          <a:solidFill>
            <a:srgbClr val="1B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1938528" y="327355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38528" y="345643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2개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욕실+풀장샤워실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66928" y="4096512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2~4인 / 최대 8인 (입실 15:00 / 퇴실 11:00)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추가인원: 1인 2만원 (독채 A동/B동 마당까지 완벽 분리)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474720" y="93268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84448" y="102412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584448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13632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수영장 · 물놀이 시설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133502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날씨와 계절에 무관하게 24시간 내내 이용 가능한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단독 온수 수영장 완비 (미온수 비용: 50,000원)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144768" y="93268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1024128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0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키즈놀이 · 장난감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72784" y="133502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뛰어놀기 좋은 프라이빗 전용 잔디마당,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대형 온수풀 물놀이, 어린이 식기류 구비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3474720" y="19842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84448" y="207568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3584448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BBQ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13632" y="2075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바베큐 시설 및 요금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02736" y="238658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객실과 냄새 걱정 없이 완벽히 분리된 전용 개별 바비큐장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전기바비큐그릴 대여료: 무료 제공 (2~3만원 절감!)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6144768" y="19842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54496" y="2075688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83680" y="2075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부대시설 · 서비스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72784" y="238658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조식(담백한 수제 치아바타 or 크로와상 샌드위치),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야외 정원 북유럽풍 벽난로 참나무 장작 불멍 캠프파이어존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3474720" y="3054096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E0E7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02736" y="3182112"/>
            <a:ext cx="347472" cy="34747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7" name="Text 45"/>
          <p:cNvSpPr/>
          <p:nvPr/>
        </p:nvSpPr>
        <p:spPr>
          <a:xfrm>
            <a:off x="3602736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41648" y="3108960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주소 및 근교 주요 관광지  (경북 경주시 외동읍 영호길 29-74)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041648" y="336499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불국사(차량 10~15분) · 보문관광단지/경주월드(20분) · 석굴암(25분) · 황리단길/동궁과월지(25분)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3474720" y="3895344"/>
            <a:ext cx="5212080" cy="832104"/>
          </a:xfrm>
          <a:prstGeom prst="roundRect">
            <a:avLst>
              <a:gd name="adj" fmla="val 8791"/>
            </a:avLst>
          </a:prstGeom>
          <a:solidFill>
            <a:srgbClr val="FEF9C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02736" y="4041648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3602736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41648" y="3950208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포인트 및 예약 시 유의사항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4041648" y="4169664"/>
            <a:ext cx="4535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장점: 24시간 실내 단독 온수풀(미온수 5만원으로 저렴) + 전기그릴 무료 + 수제 샌드위치 조식 무료까지 체감 혜택 우수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유의사항: 기본 숙박료(53만원)는 다소 높으나 그릴 무료·조식 무료를 감안하면 40만원대 숙소와 실질 총비용 차이가 줄어듦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256032"/>
            <a:ext cx="7754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7 &amp; 8. 자두(하동) · 경주노을마루(율동) — 경주 실속 독채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32688" y="59436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30만원대 합리적 예산으로 경주 핵심 관광지 인근에서 프라이빗하게 머무는 단독 독채 2선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3977640" cy="3794760"/>
          </a:xfrm>
          <a:prstGeom prst="roundRect">
            <a:avLst>
              <a:gd name="adj" fmla="val 1928"/>
            </a:avLst>
          </a:prstGeom>
          <a:solidFill>
            <a:srgbClr val="F4F7F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07899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자두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06070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7. 자두 (경주 하동 독채)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3075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불국사 5분 · 보문 8분 | 침실 2 · 침대 3 · 욕실 2 구성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390,000원  (기본 34만 + 인원추가 5만 / 1인 2.5만)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139696"/>
            <a:ext cx="365760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위치: 경북 경주시 하동1길 35 (하동 큰마을 펜션단지 내)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근교 관광지: 민속공예촌(3분), 불국사(5분), 보문단지·경주월드(8~10분)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구조: 약 30평 단층 독채 / 별도 거실 O / 기준 4인 ~ 최대 8인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침실·욕실: 침실 2개, 침대 3개, 욕실(화장실) 2개로 다인원 이용 시 쾌적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수영장/자쿠지: 프라이빗 미니풀/자쿠지 구비 (미온수 추가 70,000원)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부대시설: 개별 바비큐장(그릴 2~3만), 잔디마당, 불멍존, 다도/다이닝룸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강점: 39만원에 침대 3개·욕실 2개·불국사/보문 입지를 모두 잡은 독채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932688"/>
            <a:ext cx="3977640" cy="3794760"/>
          </a:xfrm>
          <a:prstGeom prst="roundRect">
            <a:avLst>
              <a:gd name="adj" fmla="val 1928"/>
            </a:avLst>
          </a:prstGeom>
          <a:solidFill>
            <a:srgbClr val="F4F7FB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73752" y="1078992"/>
            <a:ext cx="384048" cy="384048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6" name="Text 14"/>
          <p:cNvSpPr/>
          <p:nvPr/>
        </p:nvSpPr>
        <p:spPr>
          <a:xfrm>
            <a:off x="4873752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49240" y="106070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8. 경주노을마루 (경주 율동 독채)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3075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황리단길·경주역 10분 | 2026 신축급 노을뷰 전원 독채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73752" y="1572768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/>
        </p:spPr>
      </p:sp>
      <p:sp>
        <p:nvSpPr>
          <p:cNvPr id="20" name="Text 18"/>
          <p:cNvSpPr/>
          <p:nvPr/>
        </p:nvSpPr>
        <p:spPr>
          <a:xfrm>
            <a:off x="4873752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360,000원  (기본 28만 + 인원추가 8만 / 1인 2만)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73752" y="2139696"/>
            <a:ext cx="365760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위치: 경북 경주시 도초길 104-43 (율동 363-41, 도초마을 단지)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근교 관광지: 무열왕릉(5분), 경주역·IC(10분), 황리단길·대릉원·첨성대(10~15분)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구조: 약 28평 단독주택형 독채(대지 140평) / 거실 O / 기준 4인~최대 8인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침실·욕실: 거실 + 침실 2개 + 욕실 2개 (가족·단체 숙박에 여유로운 구성)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수영장 유무: 상설 온수 수영장 없음 (넓은 잔디 정원 및 노을뷰 테라스 중심)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부대시설: 개별 야외 테라스 바비큐(숯불/그릴 2~3만), 잔디마당, 불멍 공간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강점: 경주 후보지 중 가장 저렴한 36만원 신축급 독채, 시내권(황리단길) 인접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256032"/>
            <a:ext cx="7754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예약 가능 숙소 종합 비교 매트릭스 (9개 객실)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32688" y="59436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요금, 물놀이/키즈, 바비큐, 객실 구조, 핵심 장단점을 한눈에 비교하는 의사결정 테이블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58368"/>
                <a:gridCol w="804672"/>
                <a:gridCol w="1024128"/>
                <a:gridCol w="987552"/>
                <a:gridCol w="960120"/>
                <a:gridCol w="960120"/>
                <a:gridCol w="16002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숙소명 (객실)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최종가격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물놀이 / 스파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키즈 시설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바비큐 / 조식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면적/침실/욕실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강점 및 특이사항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소록스테이 (ROOM둘)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경주 외동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2400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440,000원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실내자쿠지 무료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(야외풀 미운영)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(자쿠지)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실내 전기그릴 2만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48평 / 방2 / 욕실1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평수(48평) 논뷰, 자쿠지 무료, 불국사 5분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스위트발리 (독채)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경주 천북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2400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600,000원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실내 제트스파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(야외풀 미운영)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(단독마당)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전기그릴 3만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웰컴과일·커피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30평 / 방2 / 욕실2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발리풍 독채, 킹침대2·전용욕실2, 보문 10분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아이리움 (A타입)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밀양 초동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2400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419,100원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실내풀 3만/7만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2층 전체 정글짐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전기그릴 2만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 조식 제공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40평 / 방1 / 욕실1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1층 침대3 집중(유아 안전), 참샘허브나라 1분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아이리움 (B타입)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밀양 초동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2400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437,100원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실내풀 3만/7만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1층 대형 정글짐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전기그릴 2만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 조식 제공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45평 / 방2 / 욕실1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1층 키즈존(거실 케어 최적), 1·2층 침실 분리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풍경 한옥 (특실3호)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청도 풍각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2400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319,000원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개별풀 없음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(하절기 공용풀)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대형 공용놀이방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(트램펄린·탁구)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전기2만/숯불3만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28평 / 방1 / 욕실1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최저가(31.9만), 성곡지 호수뷰, 공용노래방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아크홈 (독채)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밀양 산내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2400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440,000원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실내자쿠지 무료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야외풀 3만/5만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 모래놀이장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장난감 대여 1만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 바비큐 2만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30평 / 방2 / 욕실1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48개월미만 1인무료, 밀양반값여행(50%환급)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꿈꾸던 하루 (독채)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경주 외동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2400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530,000원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24h 실내풀 5만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전용 잔디마당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전기그릴 무료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샌드위치 조식무료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35평 / 방2 / 욕실2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24시간 실내온수풀+그릴무료+조식무료 혜택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자두 (독채)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경주 하동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2400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390,000원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미니풀 미온수7만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(잔디마당)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개별그릴 2~3만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30평 / 방2 / 욕실2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침대3·욕실2 실속 독채, 불국사5분·보문8분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경주노을마루 (독채)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경주 율동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2400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360,000원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수영장 없음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(잔디정원)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야외그릴 2~3만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28평 / 방2 / 욕실2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02A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경주 최저가 신축급 독채, 황리단길·경주역 10분</a:t>
                      </a:r>
                      <a:endParaRPr lang="en-US" sz="7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256032"/>
            <a:ext cx="7754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 목적 및 우선순위별 최종 추천 가이드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32688" y="59436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모임의 최우선 가치(키즈케어 / 가성비 / 다인원 욕실 편의성 / 감성·혜택)에 따른 맞춤형 선택지 제안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4005072" cy="1719072"/>
          </a:xfrm>
          <a:prstGeom prst="roundRect">
            <a:avLst>
              <a:gd name="adj" fmla="val 4255"/>
            </a:avLst>
          </a:prstGeom>
          <a:solidFill>
            <a:srgbClr val="1B365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0789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1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42416" y="107899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사계절 실내 물놀이 &amp; 키즈 케어 최우선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03504" y="1463040"/>
            <a:ext cx="3712464" cy="438912"/>
          </a:xfrm>
          <a:prstGeom prst="roundRect">
            <a:avLst>
              <a:gd name="adj" fmla="val 10417"/>
            </a:avLst>
          </a:prstGeom>
          <a:solidFill>
            <a:srgbClr val="243B53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14630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1순위: 아이리움 바이 비클래시 (41.9만 / 43.7만)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2순위: 꿈꾸던 하루 풀빌라 (53만, 그릴·조식 무료)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1792" y="1956816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날씨 영향 없는 대형 실내 온수풀 완비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아이리움은 대형 정글짐 + 무료 조식 + 세탁건조기·젖병소독기 구비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꿈꾸던 하루는 24시간 미온수(5만) + 전기그릴·샌드위치 조식 무료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681728" y="932688"/>
            <a:ext cx="4005072" cy="1719072"/>
          </a:xfrm>
          <a:prstGeom prst="roundRect">
            <a:avLst>
              <a:gd name="adj" fmla="val 4255"/>
            </a:avLst>
          </a:prstGeom>
          <a:solidFill>
            <a:srgbClr val="1B365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107899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2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266944" y="107899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최고의 가성비 &amp; 체감 비용 절감 최우선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4828032" y="1463040"/>
            <a:ext cx="3712464" cy="438912"/>
          </a:xfrm>
          <a:prstGeom prst="roundRect">
            <a:avLst>
              <a:gd name="adj" fmla="val 10417"/>
            </a:avLst>
          </a:prstGeom>
          <a:solidFill>
            <a:srgbClr val="243B53"/>
          </a:solidFill>
          <a:ln/>
        </p:spPr>
      </p:sp>
      <p:sp>
        <p:nvSpPr>
          <p:cNvPr id="18" name="Text 16"/>
          <p:cNvSpPr/>
          <p:nvPr/>
        </p:nvSpPr>
        <p:spPr>
          <a:xfrm>
            <a:off x="4901184" y="14630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1순위: 풍경 한옥&amp;풀스테이 (31.9만, 최저가)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2순위: 아크홈 (44만 → 반값여행 시 체감 20만원대!)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1956816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풍경 한옥은 31.9만원에 성곡지 호수뷰 + 트램펄린 놀이방 + 노래방 완비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아크홈은 실내 자쿠지 무료 + 48개월 미만 1인 무료 혜택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인접 지자체 외 거주자라면 '밀양반값여행'으로 최대 50% 환급 가능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457200" y="2798064"/>
            <a:ext cx="4005072" cy="1719072"/>
          </a:xfrm>
          <a:prstGeom prst="roundRect">
            <a:avLst>
              <a:gd name="adj" fmla="val 4255"/>
            </a:avLst>
          </a:prstGeom>
          <a:solidFill>
            <a:srgbClr val="1B365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" y="2944368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3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042416" y="294436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다인원 침실·욕실(2개) 편의성 &amp; 경주 관광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03504" y="3328416"/>
            <a:ext cx="3712464" cy="438912"/>
          </a:xfrm>
          <a:prstGeom prst="roundRect">
            <a:avLst>
              <a:gd name="adj" fmla="val 10417"/>
            </a:avLst>
          </a:prstGeom>
          <a:solidFill>
            <a:srgbClr val="243B53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" y="332841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1순위: 자두 독채 (39만, 침실2 · 침대3 · 욕실2)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2순위: 스위트발리풀빌라 (60만, 킹침대2 · 전용욕실2)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" y="3822192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다인원 방문 시 화장실 2개 유무가 아침·저녁 편의성을 좌우함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자두는 39만원의 합리적 가격에 침대 3개·욕실 2개·불국사 5분 입지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스위트발리는 각 방 전용 욕실 구조로 두 가족 프라이버시 완벽 보장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681728" y="2798064"/>
            <a:ext cx="4005072" cy="1719072"/>
          </a:xfrm>
          <a:prstGeom prst="roundRect">
            <a:avLst>
              <a:gd name="adj" fmla="val 4255"/>
            </a:avLst>
          </a:prstGeom>
          <a:solidFill>
            <a:srgbClr val="1B365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28032" y="2944368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4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266944" y="294436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압도적 실내 공간감(48평) &amp; 시내권 신축 독채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4828032" y="3328416"/>
            <a:ext cx="3712464" cy="438912"/>
          </a:xfrm>
          <a:prstGeom prst="roundRect">
            <a:avLst>
              <a:gd name="adj" fmla="val 10417"/>
            </a:avLst>
          </a:prstGeom>
          <a:solidFill>
            <a:srgbClr val="243B53"/>
          </a:solidFill>
          <a:ln/>
        </p:spPr>
      </p:sp>
      <p:sp>
        <p:nvSpPr>
          <p:cNvPr id="32" name="Text 30"/>
          <p:cNvSpPr/>
          <p:nvPr/>
        </p:nvSpPr>
        <p:spPr>
          <a:xfrm>
            <a:off x="4901184" y="332841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1순위: 소록스테이 ROOM둘 (44만, 48평 + 무료 자쿠지)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2순위: 경주노을마루 (36만, 황리단길 10분 신축 독채)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822192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소록스테이는 후보 중 가장 넓은 48평 거실·통창 논뷰와 1.5m 실내 자쿠지(무료), 실내 전기그릴 바비큐장으로 쾌적함 극대화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9E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경주노을마루는 36만원에 황리단길·경주역 10분 거리 신축 독채 이용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804672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사내 업무 효율화 시스템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예약 가능 펜션 &amp; 풀빌라 후보지 소개 자료</dc:title>
  <dc:subject>2026 예약 가능 펜션 및 풀빌라 후보지 상세 비교</dc:subject>
  <dc:creator>Office Efficiency Automation</dc:creator>
  <cp:lastModifiedBy>Office Efficiency Automation</cp:lastModifiedBy>
  <cp:revision>1</cp:revision>
  <dcterms:created xsi:type="dcterms:W3CDTF">2026-10-13T05:30:35Z</dcterms:created>
  <dcterms:modified xsi:type="dcterms:W3CDTF">2026-10-13T05:30:35Z</dcterms:modified>
</cp:coreProperties>
</file>